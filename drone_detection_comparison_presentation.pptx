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Drone Detection — Multi-Model Comparison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Project | Computer Vision &amp; Deep Learning</a:t>
            </a:r>
          </a:p>
          <a:p>
            <a:r>
              <a:t>Comparing YOLOv8s, Faster R-CNN, and SSD MobileNet 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Airplanes, Drones, Helicopters</a:t>
            </a:r>
          </a:p>
          <a:p>
            <a:r>
              <a:t>• Compare speed, accuracy, complexity</a:t>
            </a:r>
          </a:p>
          <a:p>
            <a:r>
              <a:t>• Dataset: ~12k aerial images</a:t>
            </a:r>
          </a:p>
          <a:p>
            <a:r>
              <a:t>• Transfer learning using COCO pretrained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Source: Roboflow Drone Detection Dataset</a:t>
            </a:r>
          </a:p>
          <a:p>
            <a:r>
              <a:t>• Classes: Airplane, Drone, Helicopter</a:t>
            </a:r>
          </a:p>
          <a:p>
            <a:r>
              <a:t>• Train: 10,799 | Val: 603 | Test: 596</a:t>
            </a:r>
          </a:p>
          <a:p>
            <a:r>
              <a:t>• YOLO annotation → Pascal VOC 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YOLOv8s — single-stage, anchor-free</a:t>
            </a:r>
          </a:p>
          <a:p>
            <a:r>
              <a:t>• Faster R-CNN — two-stage detector</a:t>
            </a:r>
          </a:p>
          <a:p>
            <a:r>
              <a:t>• SSD MobileNet V3 — lightweight single-stage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YOLOv8s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CSPDarknet backbone + PANet</a:t>
            </a:r>
          </a:p>
          <a:p>
            <a:r>
              <a:t>• Anchor-free detection</a:t>
            </a:r>
          </a:p>
          <a:p>
            <a:r>
              <a:t>• Strong augmentation (Mosaic, MixUp)</a:t>
            </a:r>
          </a:p>
          <a:p>
            <a:r>
              <a:t>• High speed, balanced accuracy</a:t>
            </a:r>
          </a:p>
          <a:p>
            <a:r>
              <a:t>• mAP@0.5 ~0.85–0.92 (expected)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Faster R-CNN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Region Proposal Network + RoI Align</a:t>
            </a:r>
          </a:p>
          <a:p>
            <a:r>
              <a:t>• Two-stage detection</a:t>
            </a:r>
          </a:p>
          <a:p>
            <a:r>
              <a:t>• High accuracy, slower inference</a:t>
            </a:r>
          </a:p>
          <a:p>
            <a:r>
              <a:t>• ~178 ms/image, 5.6 FPS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SSD MobileNet V3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Lightweight mobile architecture</a:t>
            </a:r>
          </a:p>
          <a:p>
            <a:r>
              <a:t>• Multi-scale feature maps</a:t>
            </a:r>
          </a:p>
          <a:p>
            <a:r>
              <a:t>• Fast and efficient</a:t>
            </a:r>
          </a:p>
          <a:p>
            <a:r>
              <a:t>• mAP@0.5 = 0.671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YOLO: single-stage anchor-free</a:t>
            </a:r>
          </a:p>
          <a:p>
            <a:r>
              <a:t>• Faster R-CNN: two-stage anchor-based</a:t>
            </a:r>
          </a:p>
          <a:p>
            <a:r>
              <a:t>• SSD: single-stage anchor-based</a:t>
            </a:r>
          </a:p>
          <a:p>
            <a:r>
              <a:t>• Model sizes: SSD (11MB), YOLO (22MB), Faster R-CNN (76MB)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YOLOv8s: fastest, best balance</a:t>
            </a:r>
          </a:p>
          <a:p>
            <a:r>
              <a:t>• Faster R-CNN: highest accuracy, slowest</a:t>
            </a:r>
          </a:p>
          <a:p>
            <a:r>
              <a:t>• SSD: lightweight, moderate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Single-stage models faster</a:t>
            </a:r>
          </a:p>
          <a:p>
            <a:r>
              <a:t>• Augmentation improves performance</a:t>
            </a:r>
          </a:p>
          <a:p>
            <a:r>
              <a:t>• Higher resolution helps small objects</a:t>
            </a:r>
          </a:p>
          <a:p>
            <a:r>
              <a:t>• Drone detection is hardest task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Apple Mac M4 + MPS</a:t>
            </a:r>
          </a:p>
          <a:p>
            <a:r>
              <a:t>• Kaggle GPU for training</a:t>
            </a:r>
          </a:p>
          <a:p>
            <a:r>
              <a:t>• PyTorch, TorchVision, Ultralytics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YOLOv8 provides best speed-accuracy trade-off</a:t>
            </a:r>
          </a:p>
          <a:p>
            <a:r>
              <a:t>SSD suitable for edge deployment</a:t>
            </a:r>
          </a:p>
          <a:p>
            <a:r>
              <a:t>Faster R-CNN for high accuracy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